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81d11f1-ceb2-1d3f-6542-562467b1b3d6}">
          <p14:sldIdLst>
            <p14:sldId id="256"/>
          </p14:sldIdLst>
        </p14:section>
        <p14:section name="Use Case" id="{ca7e91ae-b1a1-fe98-3e0b-9c9932ff2e4c}">
          <p14:sldIdLst>
            <p14:sldId id="257"/>
            <p14:sldId id="258"/>
            <p14:sldId id="259"/>
          </p14:sldIdLst>
        </p14:section>
        <p14:section name="Solution" id="{17a499b5-03d3-d3b8-4349-e52b1c33d366}">
          <p14:sldIdLst>
            <p14:sldId id="260"/>
          </p14:sldIdLst>
        </p14:section>
        <p14:section name="Design and Architecture" id="{711ca7b0-9247-8924-4477-1bc568e0cd62}">
          <p14:sldIdLst>
            <p14:sldId id="261"/>
            <p14:sldId id="262"/>
            <p14:sldId id="263"/>
          </p14:sldIdLst>
        </p14:section>
        <p14:section name="Outputs" id="{16af5f48-a54a-9523-2137-befc5da02add}">
          <p14:sldIdLst>
            <p14:sldId id="264"/>
            <p14:sldId id="265"/>
          </p14:sldIdLst>
        </p14:section>
        <p14:section name="Challenges and USP" id="{0e679fbc-4bf6-86d4-f125-e18530034b6c}">
          <p14:sldIdLst>
            <p14:sldId id="266"/>
            <p14:sldId id="267"/>
          </p14:sldIdLst>
        </p14:section>
        <p14:section name="Demo" id="{f8042eb5-ca46-fb37-0ed9-f514d99dbb5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Voice-of-Store Engine for Problem R5. Replace team name, leader and track on the cover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Voice-of-Store Engine  |  AI Frontier Challenge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AI FRONTIER CHALLENGE 2026  |  ROUND 1  |  PROBLEM R5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3716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2"/>
                </a:solidFill>
              </a:rPr>
              <a:t>Voice-of-Store Engine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Turning store chatter into a prioritised weekly action list, routed to the right owner.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TEAM NAME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[Enter Team Name]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TEAM LEADER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[Enter Leader Name]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394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TRACK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650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[Select Track]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5394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DATE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5650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8/7/2026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25146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0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39712" y="1362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ONLINE 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39712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freezer kharab hai, ice cream pighal gaya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53728" y="1691640"/>
            <a:ext cx="32004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75120" y="2404872"/>
            <a:ext cx="25146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0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39712" y="2532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APP RATING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770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1 star - billing counter pe rude behaviour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53728" y="2862072"/>
            <a:ext cx="32004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75120" y="3575304"/>
            <a:ext cx="25146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0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39712" y="3703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STAFF SHIFT NOTE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39410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Freezer 3 not cooling since Mon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53728" y="4032504"/>
            <a:ext cx="32004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0" y="4745736"/>
            <a:ext cx="25146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0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839712" y="4873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CALL-CENTRE TICKET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5111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Allergen label missing on nuts pack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53728" y="5202936"/>
            <a:ext cx="32004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46920" y="1234440"/>
            <a:ext cx="2103120" cy="4425696"/>
          </a:xfrm>
          <a:prstGeom prst="roundRect">
            <a:avLst>
              <a:gd name="adj" fmla="val 43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298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WEEKLY BRIEF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298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South region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29800" y="226771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2980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213848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Freezer failure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213848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Store 214  ▲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829800" y="292608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82980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213848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Allergen label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213848" y="3145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stores  ▲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829800" y="358444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2980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213848" y="3538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Billing conduct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213848" y="3803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Store 305  ▬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829800" y="4242816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82980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213848" y="4197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App payments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0213848" y="4462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Chain  ▼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829800" y="4901184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29800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213848" y="4855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Shelf stock-outs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10213848" y="5120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6 stores  ▲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ice of Store">
  <a:themeElements>
    <a:clrScheme name="Voice of Store">
      <a:dk1>
        <a:srgbClr val="1B2B34"/>
      </a:dk1>
      <a:lt1>
        <a:srgbClr val="FFFFFF"/>
      </a:lt1>
      <a:dk2>
        <a:srgbClr val="0F4C5C"/>
      </a:dk2>
      <a:lt2>
        <a:srgbClr val="E8F1F2"/>
      </a:lt2>
      <a:accent1>
        <a:srgbClr val="0F4C5C"/>
      </a:accent1>
      <a:accent2>
        <a:srgbClr val="E36414"/>
      </a:accent2>
      <a:accent3>
        <a:srgbClr val="2A9D8F"/>
      </a:accent3>
      <a:accent4>
        <a:srgbClr val="F4B942"/>
      </a:accent4>
      <a:accent5>
        <a:srgbClr val="5C6B73"/>
      </a:accent5>
      <a:accent6>
        <a:srgbClr val="C0392B"/>
      </a:accent6>
      <a:hlink>
        <a:srgbClr val="0F4C5C"/>
      </a:hlink>
      <a:folHlink>
        <a:srgbClr val="5C6B73"/>
      </a:folHlink>
    </a:clrScheme>
    <a:fontScheme name="Voice of Sto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Voice-of-Store Engine – AI Frontier Challenge 2026 Round 1</dc:title>
  <dc:subject>PptxGenJS Presentation</dc:subject>
  <dc:creator>PptxGenJS</dc:creator>
  <cp:lastModifiedBy>PptxGenJS</cp:lastModifiedBy>
  <cp:revision>1</cp:revision>
  <dcterms:created xsi:type="dcterms:W3CDTF">2026-10-18T09:17:59Z</dcterms:created>
  <dcterms:modified xsi:type="dcterms:W3CDTF">2026-10-18T09:17:59Z</dcterms:modified>
</cp:coreProperties>
</file>